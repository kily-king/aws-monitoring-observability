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Migration Executive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EventHub → MSK | Stream Analytics → Flink/Kafka Streams | Logic Apps → Lambda | NiFi → MSK Connect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Migration away from Azure EventHub, Stream Analytics, Logic Apps, and NiFi.</a:t>
            </a:r>
          </a:p>
          <a:p>
            <a:pPr/>
            <a:r>
              <a:t>Target AWS stack delivers: reliability, scalability, lower cost, predictive maintenance, and full cloud independence.</a:t>
            </a:r>
          </a:p>
          <a:p>
            <a:pPr/>
            <a:r>
              <a:t>Real-time alerting flows to ServiceNow remain fully automated.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✔ Improved uptime via real-time alerting &amp; predictive analytics</a:t>
            </a:r>
          </a:p>
          <a:p>
            <a:pPr/>
            <a:r>
              <a:t>✔ Reduced MTTR through accurate ServiceNow automation</a:t>
            </a:r>
          </a:p>
          <a:p>
            <a:pPr/>
            <a:r>
              <a:t>✔ Lower Azure operational &amp; licensing cost</a:t>
            </a:r>
          </a:p>
          <a:p>
            <a:pPr/>
            <a:r>
              <a:t>✔ Simplified data pipeline maintenance</a:t>
            </a:r>
          </a:p>
          <a:p>
            <a:pPr/>
            <a:r>
              <a:t>✔ Scalable Kafka-based architecture ensures future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Elimination of EventHub, Stream Analytics, Logic Apps, NiFi costs</a:t>
            </a:r>
          </a:p>
          <a:p>
            <a:pPr/>
            <a:r>
              <a:t>Reduced operational overhead due to managed AWS services</a:t>
            </a:r>
          </a:p>
          <a:p>
            <a:pPr/>
            <a:r>
              <a:t>Predictive maintenance prevents revenue-impacting outages</a:t>
            </a:r>
          </a:p>
          <a:p>
            <a:pPr/>
            <a:r>
              <a:t>Unified Kafka-native architecture reduces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Parallel run ensures 100% incident parity before cutover</a:t>
            </a:r>
          </a:p>
          <a:p>
            <a:pPr/>
            <a:r>
              <a:t>Flink/Kafka Streams validated against SAQL outputs</a:t>
            </a:r>
          </a:p>
          <a:p>
            <a:pPr/>
            <a:r>
              <a:t>Lambda retry + DLQ protects ServiceNow integrations</a:t>
            </a:r>
          </a:p>
          <a:p>
            <a:pPr/>
            <a:r>
              <a:t>Schema governance prevents drift between teams</a:t>
            </a:r>
          </a:p>
          <a:p>
            <a:pPr/>
            <a:r>
              <a:t>HA MSK architecture ensures redundancy across AZs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→ AWS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EventHub → Amazon MSK (Kafka)</a:t>
            </a:r>
          </a:p>
          <a:p>
            <a:pPr/>
            <a:r>
              <a:t>Stream Analytics → Flink SQL / Kafka Streams</a:t>
            </a:r>
          </a:p>
          <a:p>
            <a:pPr/>
            <a:r>
              <a:t>Logic Apps → AWS Lambda + EventBridge</a:t>
            </a:r>
          </a:p>
          <a:p>
            <a:pPr/>
            <a:r>
              <a:t>NiFi → MSK Connect (JDBC Sink)</a:t>
            </a:r>
          </a:p>
          <a:p>
            <a:pPr/>
            <a:r>
              <a:t>Azure Monitoring → CloudWatch + Grafana</a:t>
            </a:r>
          </a:p>
          <a:p>
            <a:pPr/>
            <a:r>
              <a:t>SolarWinds → Timestream dashboards + Predictive 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AWS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Devices → Event Collector → Amazon MSK</a:t>
            </a:r>
          </a:p>
          <a:p>
            <a:pPr/>
            <a:r>
              <a:t>MSK → Flink/Kafka Streams → Alerts Topics</a:t>
            </a:r>
          </a:p>
          <a:p>
            <a:pPr/>
            <a:r>
              <a:t>Alerts → EventBridge → Lambda → ServiceNow</a:t>
            </a:r>
          </a:p>
          <a:p>
            <a:pPr/>
            <a:r>
              <a:t>MSK Connect → ODS Staging</a:t>
            </a:r>
          </a:p>
          <a:p>
            <a:pPr/>
            <a:r>
              <a:t>Heartbeats → Timestream → Dashboards &amp; 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Roadmap (Phased)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Phase 0: Discovery &amp; Requirements</a:t>
            </a:r>
          </a:p>
          <a:p>
            <a:pPr/>
            <a:r>
              <a:t>Phase 1: AWS Infrastructure (MSK, Timestream, IAM)</a:t>
            </a:r>
          </a:p>
          <a:p>
            <a:pPr/>
            <a:r>
              <a:t>Phase 2: ODS Ingestion (MSK Connect)</a:t>
            </a:r>
          </a:p>
          <a:p>
            <a:pPr/>
            <a:r>
              <a:t>Phase 3: Rules Engine Migration</a:t>
            </a:r>
          </a:p>
          <a:p>
            <a:pPr/>
            <a:r>
              <a:t>Phase 4: ServiceNow Integration</a:t>
            </a:r>
          </a:p>
          <a:p>
            <a:pPr/>
            <a:r>
              <a:t>Phase 5: Heartbeat + Timestream Dashboards</a:t>
            </a:r>
          </a:p>
          <a:p>
            <a:pPr/>
            <a:r>
              <a:t>Phase 6: Parallel Run &amp; Azure Decommission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&amp; After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Azure: EventHub, Stream Analytics, Logic Apps, NiFi →</a:t>
            </a:r>
          </a:p>
          <a:p>
            <a:pPr/>
            <a:r>
              <a:t>AWS: MSK, Flink/Kafka Streams, Lambda/EventBridge, MSK Connect</a:t>
            </a:r>
          </a:p>
          <a:p>
            <a:pPr/>
            <a:r>
              <a:t>Predictive maintenance enabled (not viable in Azure design)</a:t>
            </a:r>
          </a:p>
          <a:p>
            <a:pPr/>
            <a:r>
              <a:t>Unified Kafka-native pipeline improves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ServiceNow Integration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Lambda transforms alert payloads to ServiceNow schema</a:t>
            </a:r>
          </a:p>
          <a:p>
            <a:pPr/>
            <a:r>
              <a:t>Creates new incidents or appends existing ones</a:t>
            </a:r>
          </a:p>
          <a:p>
            <a:pPr/>
            <a:r>
              <a:t>Updates asset status/mode on SNOW maps</a:t>
            </a:r>
          </a:p>
          <a:p>
            <a:pPr/>
            <a:r>
              <a:t>SNOW credentials secured via Secrets Manager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Maintenance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Timestream stores historical device behavior &amp; trends</a:t>
            </a:r>
          </a:p>
          <a:p>
            <a:pPr/>
            <a:r>
              <a:t>Future integration with SageMaker for anomaly detection</a:t>
            </a:r>
          </a:p>
          <a:p>
            <a:pPr/>
            <a:r>
              <a:t>Alerts for predicted failures before they occur</a:t>
            </a:r>
          </a:p>
          <a:p>
            <a:pPr/>
            <a:r>
              <a:t>Ops gains proactive visibility vs reactive firefighting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AWS architecture eliminates Azure dependency</a:t>
            </a:r>
          </a:p>
          <a:p>
            <a:pPr/>
            <a:r>
              <a:t>Modern streaming stack improves accuracy and maintainability</a:t>
            </a:r>
          </a:p>
          <a:p>
            <a:pPr/>
            <a:r>
              <a:t>Predictive capabilities greatly improve outage prevention</a:t>
            </a:r>
          </a:p>
          <a:p>
            <a:pPr/>
            <a:r>
              <a:t>Platform sets foundation for multi-region 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