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Technical Deep-Dive Architecture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AWS Migration Blueprint: Replacing EventHub, Stream Analytics, Logic Apps, and NiFi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Current Azure-Based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Event Collector → Kafka → MirrorMaker → EventHub</a:t>
            </a:r>
          </a:p>
          <a:p>
            <a:pPr/>
            <a:r>
              <a:t>Stream Analytics SAQL rules power alerting</a:t>
            </a:r>
          </a:p>
          <a:p>
            <a:pPr/>
            <a:r>
              <a:t>Logic Apps integrate with ServiceNow APIs</a:t>
            </a:r>
          </a:p>
          <a:p>
            <a:pPr/>
            <a:r>
              <a:t>NiFi streams raw data into ODS staging</a:t>
            </a:r>
          </a:p>
          <a:p>
            <a:pPr/>
            <a:r>
              <a:t>PowerBI uses EventHub outputs for dashboards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Target AWS 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MSK replaces EventHub Kafka endpoint</a:t>
            </a:r>
          </a:p>
          <a:p>
            <a:pPr/>
            <a:r>
              <a:t>Kafka Streams / Flink replaces Stream Analytics</a:t>
            </a:r>
          </a:p>
          <a:p>
            <a:pPr/>
            <a:r>
              <a:t>Lambda replaces Logic Apps for SNOW integration</a:t>
            </a:r>
          </a:p>
          <a:p>
            <a:pPr/>
            <a:r>
              <a:t>MSK Connect replaces NiFi ingestion pipelines</a:t>
            </a:r>
          </a:p>
          <a:p>
            <a:pPr/>
            <a:r>
              <a:t>Timestream stores heartbeat/time-series analytics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MSK (Kafka) as the Streaming Backbone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Fully managed Kafka—no Zookeeper maintenance</a:t>
            </a:r>
          </a:p>
          <a:p>
            <a:pPr/>
            <a:r>
              <a:t>Native support for partitions, offsets, replay</a:t>
            </a:r>
          </a:p>
          <a:p>
            <a:pPr/>
            <a:r>
              <a:t>Migrates seamlessly from MirrorMaker topology</a:t>
            </a:r>
          </a:p>
          <a:p>
            <a:pPr/>
            <a:r>
              <a:t>Decouples producers/consumers from Azure dependencies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Stream Processing: Kafka Streams / Flink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Implements delay-timer rules with window joins</a:t>
            </a:r>
          </a:p>
          <a:p>
            <a:pPr/>
            <a:r>
              <a:t>Implements aggregation rules (N events / time window)</a:t>
            </a:r>
          </a:p>
          <a:p>
            <a:pPr/>
            <a:r>
              <a:t>Stateful processing for per-device condition tracking</a:t>
            </a:r>
          </a:p>
          <a:p>
            <a:pPr/>
            <a:r>
              <a:t>SQL-style Flink syntax maps 1:1 to SAQL queries</a:t>
            </a:r>
          </a:p>
          <a:p>
            <a:pPr/>
            <a:r>
              <a:t>Outputs alert topics into MSK for downstream workflows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Example: Delay Timer Rule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Condition: 'SET event must not be cleared within 5 minutes'</a:t>
            </a:r>
          </a:p>
          <a:p>
            <a:pPr/>
            <a:r>
              <a:t>SAQL → Flink SQL → Kafka Streams join logic mapping</a:t>
            </a:r>
          </a:p>
          <a:p>
            <a:pPr/>
            <a:r>
              <a:t>Uses window joins + state stores</a:t>
            </a:r>
          </a:p>
          <a:p>
            <a:pPr/>
            <a:r>
              <a:t>Creates incident events only when timer conditions hold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Alert Routing Using EventBridge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EventBridge replaces Azure Event Grid</a:t>
            </a:r>
          </a:p>
          <a:p>
            <a:pPr/>
            <a:r>
              <a:t>Receives alerts from MSK or Lambda publisher</a:t>
            </a:r>
          </a:p>
          <a:p>
            <a:pPr/>
            <a:r>
              <a:t>Supports rules by device type, severity, and alert code</a:t>
            </a:r>
          </a:p>
          <a:p>
            <a:pPr/>
            <a:r>
              <a:t>Targets: Lambda, SNS, SQS, Step Functions pipelines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Lambda for ServiceNow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Transforms alert event → SNOW incident schema</a:t>
            </a:r>
          </a:p>
          <a:p>
            <a:pPr/>
            <a:r>
              <a:t>HTTPS POST to Incident/Asset APIs</a:t>
            </a:r>
          </a:p>
          <a:p>
            <a:pPr/>
            <a:r>
              <a:t>Handles retries, concurrency, DLQs automatically</a:t>
            </a:r>
          </a:p>
          <a:p>
            <a:pPr/>
            <a:r>
              <a:t>Secrets Manager stores SNOW credentials securely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Replacing NiFi with MSK Connect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JDBC Sink Connector streams Kafka topics → ODS</a:t>
            </a:r>
          </a:p>
          <a:p>
            <a:pPr/>
            <a:r>
              <a:t>Near-real-time ingestion with offset tracking</a:t>
            </a:r>
          </a:p>
          <a:p>
            <a:pPr/>
            <a:r>
              <a:t>Removes NiFi server lifecycle overhead</a:t>
            </a:r>
          </a:p>
          <a:p>
            <a:pPr/>
            <a:r>
              <a:t>Supports raw &amp; enriched data landing with no code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Timestream for Heartbeat &amp;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Optimized for time-series ingestion and queries</a:t>
            </a:r>
          </a:p>
          <a:p>
            <a:pPr/>
            <a:r>
              <a:t>Stores heartbeat raw + aggregated windows</a:t>
            </a:r>
          </a:p>
          <a:p>
            <a:pPr/>
            <a:r>
              <a:t>Supports trend, anomaly, and predictive analysis</a:t>
            </a:r>
          </a:p>
          <a:p>
            <a:pPr/>
            <a:r>
              <a:t>Feeds QuickSight, Grafana, and ML pipelines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 Predictive Maintenance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Training data: Timestream + ODS historical signals</a:t>
            </a:r>
          </a:p>
          <a:p>
            <a:pPr/>
            <a:r>
              <a:t>Model training via SageMaker</a:t>
            </a:r>
          </a:p>
          <a:p>
            <a:pPr/>
            <a:r>
              <a:t>Real-time or scheduled inference outputs risk scores</a:t>
            </a:r>
          </a:p>
          <a:p>
            <a:pPr/>
            <a:r>
              <a:t>High-risk predictions generate alerts → EventBridge → SNOW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11. Data Flow Diagram (Textual)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Devices → Event Collector → MSK</a:t>
            </a:r>
          </a:p>
          <a:p>
            <a:pPr/>
            <a:r>
              <a:t>MSK → Stream Processor → Alert Topics</a:t>
            </a:r>
          </a:p>
          <a:p>
            <a:pPr/>
            <a:r>
              <a:t>Alert Topics → EventBridge → SNOW Lambda → ServiceNow</a:t>
            </a:r>
          </a:p>
          <a:p>
            <a:pPr/>
            <a:r>
              <a:t>MSK → MSK Connect → ODS Staging</a:t>
            </a:r>
          </a:p>
          <a:p>
            <a:pPr/>
            <a:r>
              <a:t>MSK → Heartbeat Consumer → Timestream → Dashboards / ML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12. Security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IAM roles per component (MSK, Lambdas, Connect, Flink)</a:t>
            </a:r>
          </a:p>
          <a:p>
            <a:pPr/>
            <a:r>
              <a:t>Encryption: MSK TLS + at-rest, Timestream encryption</a:t>
            </a:r>
          </a:p>
          <a:p>
            <a:pPr/>
            <a:r>
              <a:t>CloudTrail logs all operations</a:t>
            </a:r>
          </a:p>
          <a:p>
            <a:pPr/>
            <a:r>
              <a:t>Secrets stored in Secrets Manager (DB + SNOW)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13. Migration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Phase 1 – Provision MSK, Timestream, EventBridge, Connect</a:t>
            </a:r>
          </a:p>
          <a:p>
            <a:pPr/>
            <a:r>
              <a:t>Phase 2 – Port Stream Analytics queries → Flink/KS code</a:t>
            </a:r>
          </a:p>
          <a:p>
            <a:pPr/>
            <a:r>
              <a:t>Phase 3 – Build Lambda → SNOW integration</a:t>
            </a:r>
          </a:p>
          <a:p>
            <a:pPr/>
            <a:r>
              <a:t>Phase 4 – Dual Run validation vs EventHub outputs</a:t>
            </a:r>
          </a:p>
          <a:p>
            <a:pPr/>
            <a:r>
              <a:t>Phase 5 – Cutover + decommission Azure services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14. Benefits Delivered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Full removal of Azure EventHub, Stream Analytics, Logic Apps, NiFi</a:t>
            </a:r>
          </a:p>
          <a:p>
            <a:pPr/>
            <a:r>
              <a:t>Cloud-agnostic Kafka-based architecture</a:t>
            </a:r>
          </a:p>
          <a:p>
            <a:pPr/>
            <a:r>
              <a:t>Real-time predictive maintenance foundation</a:t>
            </a:r>
          </a:p>
          <a:p>
            <a:pPr/>
            <a:r>
              <a:t>Improved reliability, observability, and incident automation</a:t>
            </a:r>
          </a:p>
          <a:p>
            <a:pPr/>
            <a:r>
              <a:t>Consistent event and data pipeline for IT Ops and Analytics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