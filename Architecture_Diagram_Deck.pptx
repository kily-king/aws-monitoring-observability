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Architecture Diagram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Visual Mapping of EventHub → AWS Migration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Event Collector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Amazon MSK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Stream Processing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EventBridge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887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ServiceNow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1430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Landing into ODS &amp; Timestream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Amazon MSK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MSK Connect (JDBC Sink)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ODS Staging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Timestream Writer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Timestream DB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 Analytics → Kafka Streams/Flink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Raw Events Topic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Windowed State Logic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Delay/Aggregation Rules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Alerts Topic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ServiceNow Integration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Alerts Topic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Lambda Transform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 POST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097280"/>
            <a:ext cx="2011680" cy="548640"/>
          </a:xfrm>
          <a:prstGeom prst="round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ServiceNow Incidents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1887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