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50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Technical Deep-Dive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AWS Migration: Replacing EventHub, Stream Analytics, Logic Apps, and NiFi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smtClean="0"/>
              <a:t>Devices </a:t>
            </a:r>
            <a:r>
              <a:rPr dirty="0"/>
              <a:t>→ Event Collector → Amazon MSK</a:t>
            </a:r>
          </a:p>
          <a:p>
            <a:r>
              <a:rPr dirty="0"/>
              <a:t>MSK feeds Stream Processing (Kafka Streams / </a:t>
            </a:r>
            <a:r>
              <a:rPr dirty="0" err="1"/>
              <a:t>Flink</a:t>
            </a:r>
            <a:r>
              <a:rPr dirty="0"/>
              <a:t>)</a:t>
            </a:r>
          </a:p>
          <a:p>
            <a:r>
              <a:rPr dirty="0"/>
              <a:t>Rules Engine produces Alert Topics</a:t>
            </a:r>
          </a:p>
          <a:p>
            <a:r>
              <a:rPr dirty="0"/>
              <a:t>Alerts routed via </a:t>
            </a:r>
            <a:r>
              <a:rPr dirty="0" err="1"/>
              <a:t>EventBridge</a:t>
            </a:r>
            <a:r>
              <a:rPr dirty="0"/>
              <a:t> → Lambda → </a:t>
            </a:r>
            <a:r>
              <a:rPr dirty="0" err="1"/>
              <a:t>ServiceNow</a:t>
            </a:r>
            <a:r>
              <a:rPr dirty="0"/>
              <a:t> APIs</a:t>
            </a:r>
          </a:p>
          <a:p>
            <a:r>
              <a:rPr dirty="0"/>
              <a:t>MSK Connect streams raw events → ODS Staging</a:t>
            </a:r>
          </a:p>
          <a:p>
            <a:r>
              <a:rPr dirty="0"/>
              <a:t>Heartbeats → </a:t>
            </a:r>
            <a:r>
              <a:rPr dirty="0" err="1"/>
              <a:t>Timestream</a:t>
            </a:r>
            <a:r>
              <a:rPr dirty="0"/>
              <a:t> → Dashboards &amp; Predictive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MSK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Direct drop-in replacement for EventHub Kafka endpoint</a:t>
            </a:r>
          </a:p>
          <a:p>
            <a:r>
              <a:t>Maintains Kafka compatibility with existing producers</a:t>
            </a:r>
          </a:p>
          <a:p>
            <a:r>
              <a:t>High throughput, ordering, replay, partitioning</a:t>
            </a:r>
          </a:p>
          <a:p>
            <a:r>
              <a:t>MirrorMaker replication supported natively</a:t>
            </a:r>
          </a:p>
          <a:p>
            <a:r>
              <a:t>Managed by AWS → reduces operational 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Stream Processing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dirty="0" smtClean="0"/>
              <a:t>(</a:t>
            </a:r>
            <a:r>
              <a:rPr dirty="0"/>
              <a:t>Kafka Streams / </a:t>
            </a:r>
            <a:r>
              <a:rPr dirty="0" err="1"/>
              <a:t>Flink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dirty="0"/>
              <a:t>Replaces Stream Analytics SAQL with real-time, </a:t>
            </a:r>
            <a:r>
              <a:rPr dirty="0" err="1"/>
              <a:t>stateful</a:t>
            </a:r>
            <a:r>
              <a:rPr dirty="0"/>
              <a:t> processing</a:t>
            </a:r>
          </a:p>
          <a:p>
            <a:r>
              <a:rPr dirty="0"/>
              <a:t>Implements delay-timer, aggregation, and status/mode rules</a:t>
            </a:r>
          </a:p>
          <a:p>
            <a:r>
              <a:rPr dirty="0"/>
              <a:t>Stores per-device state for set/clear logic</a:t>
            </a:r>
          </a:p>
          <a:p>
            <a:r>
              <a:rPr dirty="0" err="1"/>
              <a:t>Flink</a:t>
            </a:r>
            <a:r>
              <a:rPr dirty="0"/>
              <a:t> SQL provides SQL-style query equivalence to SAQL</a:t>
            </a:r>
          </a:p>
          <a:p>
            <a:r>
              <a:rPr dirty="0"/>
              <a:t>Outputs enriched incident events into downstream alert topics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ServiceNow Integration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r>
              <a:t>Alert topics trigger Lambda or EventBridge ingestion</a:t>
            </a:r>
          </a:p>
          <a:p>
            <a:r>
              <a:t>Lambda maps event → ServiceNow JSON schema</a:t>
            </a:r>
          </a:p>
          <a:p>
            <a:r>
              <a:t>Performs HTTPS POST to Incident &amp; Asset APIs</a:t>
            </a:r>
          </a:p>
          <a:p>
            <a:r>
              <a:t>Handles concurrency, batching, retries, throttles gracefully</a:t>
            </a:r>
          </a:p>
          <a:p>
            <a:r>
              <a:t>ServiceNow creds stored in Secrets Manager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ODS Data Landing (NiFi Replacement)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MSK Connect (Managed Kafka Connect) with JDBC Sink</a:t>
            </a:r>
          </a:p>
          <a:p>
            <a:r>
              <a:t>Streams raw and transformed events into ODS tables in real-time</a:t>
            </a:r>
          </a:p>
          <a:p>
            <a:r>
              <a:t>Offset tracking ensures no duplicate data ingestion</a:t>
            </a:r>
          </a:p>
          <a:p>
            <a:r>
              <a:t>Removes NiFi clusters &amp; UI maintenance burden</a:t>
            </a:r>
          </a:p>
          <a:p>
            <a:r>
              <a:t>Supports existing SQL BI &amp; analytics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Timestream for Time-Series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Optimized for high-volume heartbeat &amp; device metrics</a:t>
            </a:r>
          </a:p>
          <a:p>
            <a:r>
              <a:t>Supports SQL window functions for trend detection</a:t>
            </a:r>
          </a:p>
          <a:p>
            <a:r>
              <a:t>Enables predictive maintenance using historical signal patterns</a:t>
            </a:r>
          </a:p>
          <a:p>
            <a:r>
              <a:t>Integrates with QuickSight/Grafana</a:t>
            </a:r>
          </a:p>
          <a:p>
            <a:r>
              <a:t>Offloads heavy analytical queries from 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EventBridge for Event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Functional replacement for Azure Event Grid</a:t>
            </a:r>
          </a:p>
          <a:p>
            <a:r>
              <a:t>Routes alerts with event patterns (incident, anomaly, status)</a:t>
            </a:r>
          </a:p>
          <a:p>
            <a:r>
              <a:t>Targets: Lambda, SNS, SQS, Step Functions</a:t>
            </a:r>
          </a:p>
          <a:p>
            <a:r>
              <a:t>Allows non-Kafka teams to consume alerts</a:t>
            </a:r>
          </a:p>
          <a:p>
            <a:r>
              <a:t>DLQs and retry policies ensure message durability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Predictive Maintenance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r>
              <a:t>Historical data stored in Timestream &amp; ODS</a:t>
            </a:r>
          </a:p>
          <a:p>
            <a:r>
              <a:t>SageMaker training on device behavior patterns</a:t>
            </a:r>
          </a:p>
          <a:p>
            <a:r>
              <a:t>Inference pipeline produces risk scores</a:t>
            </a:r>
          </a:p>
          <a:p>
            <a:r>
              <a:t>High-risk scores generate new Kafka/EventBridge alerts</a:t>
            </a:r>
          </a:p>
          <a:p>
            <a:r>
              <a:t>Improves failure prevention &amp; proactive maintenance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Security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IAM </a:t>
            </a:r>
            <a:r>
              <a:rPr dirty="0"/>
              <a:t>role boundary between ingest, processing, and integration layers</a:t>
            </a:r>
          </a:p>
          <a:p>
            <a:r>
              <a:rPr dirty="0"/>
              <a:t>MSK encryption in transit &amp; at rest</a:t>
            </a:r>
          </a:p>
          <a:p>
            <a:r>
              <a:rPr dirty="0"/>
              <a:t>Least-privilege Lambda execution roles</a:t>
            </a:r>
          </a:p>
          <a:p>
            <a:r>
              <a:rPr dirty="0"/>
              <a:t>Secrets Manager used for DB &amp; </a:t>
            </a:r>
            <a:r>
              <a:rPr dirty="0" err="1"/>
              <a:t>ServiceNow</a:t>
            </a:r>
            <a:r>
              <a:rPr dirty="0"/>
              <a:t> credentials</a:t>
            </a:r>
          </a:p>
          <a:p>
            <a:r>
              <a:rPr dirty="0" err="1"/>
              <a:t>CloudTrail</a:t>
            </a:r>
            <a:r>
              <a:rPr dirty="0"/>
              <a:t> for auditing administrative 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/>
          </a:p>
          <a:p>
            <a:r>
              <a:t>Phase 1 – Deploy MSK, MSK Connect, Timestream, EventBridge skeleton</a:t>
            </a:r>
          </a:p>
          <a:p>
            <a:r>
              <a:t>Phase 2 – Rewrite Stream Analytics logic into Kafka Streams/Flink</a:t>
            </a:r>
          </a:p>
          <a:p>
            <a:r>
              <a:t>Phase 3 – Build Lambda → ServiceNow integration flow</a:t>
            </a:r>
          </a:p>
          <a:p>
            <a:r>
              <a:t>Phase 4 – Dual run Azure + AWS for result validation</a:t>
            </a:r>
          </a:p>
          <a:p>
            <a:r>
              <a:t>Phase 5 – Cutover to AWS, retire EventHub, Stream Analytics, NiFi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439</Words>
  <Application>Microsoft Office PowerPoint</Application>
  <PresentationFormat>On-screen Show (4:3)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Technical Deep-Dive Architecture</vt:lpstr>
      <vt:lpstr>End-to-End Architecture Flow</vt:lpstr>
      <vt:lpstr>Amazon MSK Justification</vt:lpstr>
      <vt:lpstr>Stream Processing  (Kafka Streams / Flink)</vt:lpstr>
      <vt:lpstr>ServiceNow Integration Pipeline</vt:lpstr>
      <vt:lpstr>ODS Data Landing (NiFi Replacement)</vt:lpstr>
      <vt:lpstr>Timestream for Time-Series Analytics</vt:lpstr>
      <vt:lpstr>EventBridge for Event Routing</vt:lpstr>
      <vt:lpstr>Predictive Maintenance Architecture</vt:lpstr>
      <vt:lpstr>Security Model</vt:lpstr>
      <vt:lpstr>Migration 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Deep-Dive Architecture</dc:title>
  <dc:subject/>
  <dc:creator/>
  <cp:keywords/>
  <dc:description>generated using python-pptx</dc:description>
  <cp:lastModifiedBy>Kiran Kumar</cp:lastModifiedBy>
  <cp:revision>2</cp:revision>
  <dcterms:created xsi:type="dcterms:W3CDTF">2013-01-27T09:14:16Z</dcterms:created>
  <dcterms:modified xsi:type="dcterms:W3CDTF">2025-12-06T13:38:36Z</dcterms:modified>
  <cp:category/>
</cp:coreProperties>
</file>